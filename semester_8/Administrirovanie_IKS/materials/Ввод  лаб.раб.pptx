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81" r:id="rId2"/>
  </p:sldIdLst>
  <p:sldSz cx="9144000" cy="6858000" type="screen4x3"/>
  <p:notesSz cx="6669088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ячеслав Копешкин" initials="ВК" lastIdx="2" clrIdx="0">
    <p:extLst>
      <p:ext uri="{19B8F6BF-5375-455C-9EA6-DF929625EA0E}">
        <p15:presenceInfo xmlns:p15="http://schemas.microsoft.com/office/powerpoint/2012/main" userId="7bcf47cc5ec0f6b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6" autoAdjust="0"/>
    <p:restoredTop sz="88200" autoAdjust="0"/>
  </p:normalViewPr>
  <p:slideViewPr>
    <p:cSldViewPr>
      <p:cViewPr varScale="1">
        <p:scale>
          <a:sx n="99" d="100"/>
          <a:sy n="99" d="100"/>
        </p:scale>
        <p:origin x="139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&lt;верхний колонтитул&gt;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ru-RU" sz="1400" b="0" strike="noStrike" spc="-1">
                <a:latin typeface="Times New Roman"/>
              </a:defRPr>
            </a:lvl1pPr>
          </a:lstStyle>
          <a:p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B02BC6D8-13B1-4ED3-B06B-4581482EC6CC}" type="slidenum">
              <a:rPr lang="ru-RU" sz="1400" b="0" strike="noStrike" spc="-1">
                <a:latin typeface="Times New Roman"/>
              </a:rPr>
              <a:pPr algn="r">
                <a:buNone/>
              </a:p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734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Num" idx="6"/>
          </p:nvPr>
        </p:nvSpPr>
        <p:spPr>
          <a:xfrm>
            <a:off x="3778200" y="9428040"/>
            <a:ext cx="2889000" cy="4964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32DCE0-F555-40D7-9EFE-F0F169BCBD67}" type="slidenum">
              <a:rPr lang="ru-RU" sz="1200" b="0" strike="noStrike" spc="-1">
                <a:latin typeface="Times New Roman"/>
              </a:rPr>
              <a:pPr algn="r">
                <a:lnSpc>
                  <a:spcPct val="100000"/>
                </a:lnSpc>
                <a:buNone/>
              </a:pPr>
              <a:t>1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65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3"/>
          <p:cNvSpPr>
            <a:spLocks noGrp="1"/>
          </p:cNvSpPr>
          <p:nvPr>
            <p:ph type="body"/>
          </p:nvPr>
        </p:nvSpPr>
        <p:spPr>
          <a:xfrm>
            <a:off x="666720" y="4714920"/>
            <a:ext cx="5335200" cy="44668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endParaRPr lang="ru-RU" sz="2000" b="0" strike="noStrike" spc="-1">
              <a:latin typeface="Arial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 type="ftr" idx="7"/>
          </p:nvPr>
        </p:nvSpPr>
        <p:spPr>
          <a:xfrm>
            <a:off x="0" y="9428040"/>
            <a:ext cx="2889000" cy="49644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b">
            <a:noAutofit/>
          </a:bodyPr>
          <a:lstStyle>
            <a:lvl1pPr>
              <a:defRPr lang="ru-RU" sz="2400" b="0" strike="noStrike" spc="-1">
                <a:latin typeface="Times New Roman"/>
              </a:defRPr>
            </a:lvl1pPr>
          </a:lstStyle>
          <a:p>
            <a:endParaRPr lang="ru-RU" sz="2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561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24000" y="93600"/>
            <a:ext cx="8631000" cy="643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8631000" cy="643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4211640" cy="643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46600" y="93600"/>
            <a:ext cx="4211640" cy="643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746600" y="93600"/>
            <a:ext cx="4211640" cy="643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324000" y="34524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4211640" cy="643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746600" y="936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746600" y="34524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746600" y="936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324000" y="3452400"/>
            <a:ext cx="863100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863100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324000" y="3452400"/>
            <a:ext cx="863100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746600" y="936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324000" y="34524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746600" y="3452400"/>
            <a:ext cx="42116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24000" y="93600"/>
            <a:ext cx="27788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42160" y="93600"/>
            <a:ext cx="27788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160320" y="93600"/>
            <a:ext cx="27788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324000" y="3452400"/>
            <a:ext cx="27788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42160" y="3452400"/>
            <a:ext cx="27788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160320" y="3452400"/>
            <a:ext cx="2778840" cy="306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 hidden="1"/>
          <p:cNvSpPr/>
          <p:nvPr/>
        </p:nvSpPr>
        <p:spPr>
          <a:xfrm>
            <a:off x="324000" y="6595920"/>
            <a:ext cx="8640360" cy="36000"/>
          </a:xfrm>
          <a:prstGeom prst="rect">
            <a:avLst/>
          </a:prstGeom>
          <a:solidFill>
            <a:srgbClr val="E0E0E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Rectangle 12" hidden="1"/>
          <p:cNvSpPr/>
          <p:nvPr/>
        </p:nvSpPr>
        <p:spPr>
          <a:xfrm>
            <a:off x="324000" y="6669000"/>
            <a:ext cx="8640360" cy="36000"/>
          </a:xfrm>
          <a:prstGeom prst="rect">
            <a:avLst/>
          </a:prstGeom>
          <a:solidFill>
            <a:srgbClr val="E0E0E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Rectangle 13" hidden="1"/>
          <p:cNvSpPr/>
          <p:nvPr/>
        </p:nvSpPr>
        <p:spPr>
          <a:xfrm>
            <a:off x="324000" y="6740640"/>
            <a:ext cx="8640360" cy="36000"/>
          </a:xfrm>
          <a:prstGeom prst="rect">
            <a:avLst/>
          </a:prstGeom>
          <a:solidFill>
            <a:srgbClr val="E0E0E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Rectangle 14" hidden="1"/>
          <p:cNvSpPr/>
          <p:nvPr/>
        </p:nvSpPr>
        <p:spPr>
          <a:xfrm>
            <a:off x="324000" y="6813720"/>
            <a:ext cx="8640360" cy="36000"/>
          </a:xfrm>
          <a:prstGeom prst="rect">
            <a:avLst/>
          </a:prstGeom>
          <a:solidFill>
            <a:srgbClr val="E0E0E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Text Box 16" hidden="1"/>
          <p:cNvSpPr/>
          <p:nvPr/>
        </p:nvSpPr>
        <p:spPr>
          <a:xfrm>
            <a:off x="7077240" y="6562800"/>
            <a:ext cx="2018880" cy="3027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700"/>
              </a:spcBef>
              <a:buNone/>
            </a:pPr>
            <a:fld id="{DDA3CF51-1534-447F-89D5-40C0AF0CA095}" type="slidenum">
              <a:rPr lang="ru-RU" sz="1400" b="1" strike="noStrike" spc="-1">
                <a:solidFill>
                  <a:srgbClr val="000000"/>
                </a:solidFill>
                <a:latin typeface="Arial"/>
              </a:rPr>
              <a:pPr algn="r">
                <a:lnSpc>
                  <a:spcPct val="100000"/>
                </a:lnSpc>
                <a:spcBef>
                  <a:spcPts val="700"/>
                </a:spcBef>
                <a:buNone/>
              </a:pPr>
              <a:t>‹#›</a:t>
            </a:fld>
            <a:endParaRPr lang="ru-RU" sz="1400" b="0" strike="noStrike" spc="-1"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324000" y="93600"/>
            <a:ext cx="8631000" cy="6430680"/>
          </a:xfrm>
          <a:prstGeom prst="rect">
            <a:avLst/>
          </a:prstGeom>
          <a:noFill/>
          <a:ln w="936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3333CC"/>
              </a:buClr>
              <a:buSzPct val="60000"/>
              <a:buFont typeface="Wingdings" charset="2"/>
              <a:buChar char="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Образец текста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FF0000"/>
              </a:buClr>
              <a:buSzPct val="55000"/>
              <a:buFont typeface="Wingdings" charset="2"/>
              <a:buChar char="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</a:t>
            </a: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  <a:buSzPct val="50000"/>
              <a:buFont typeface="Wingdings" charset="2"/>
              <a:buChar char="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</a:t>
            </a: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FFCF01"/>
              </a:buClr>
              <a:buSzPct val="55000"/>
              <a:buFont typeface="Wingdings" charset="2"/>
              <a:buChar char="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Четвертый уровень</a:t>
            </a: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E4A8"/>
              </a:buClr>
              <a:buSzPct val="50000"/>
              <a:buFont typeface="Wingdings" charset="2"/>
              <a:buChar char="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Box 34"/>
          <p:cNvSpPr/>
          <p:nvPr/>
        </p:nvSpPr>
        <p:spPr>
          <a:xfrm>
            <a:off x="0" y="0"/>
            <a:ext cx="9143640" cy="9508842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800" b="1" strike="noStrike" spc="-1" dirty="0">
                <a:latin typeface="Arial"/>
              </a:rPr>
              <a:t>Лабораторные работы</a:t>
            </a: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 dirty="0">
                <a:solidFill>
                  <a:srgbClr val="000000"/>
                </a:solidFill>
                <a:latin typeface="Times New Roman"/>
              </a:rPr>
              <a:t>Вход на рабочую станцию не как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student</a:t>
            </a:r>
            <a:r>
              <a:rPr lang="ru-RU" sz="2000" b="0" strike="noStrike" spc="-1" dirty="0">
                <a:solidFill>
                  <a:srgbClr val="000000"/>
                </a:solidFill>
                <a:latin typeface="Times New Roman"/>
              </a:rPr>
              <a:t>, а:</a:t>
            </a:r>
          </a:p>
          <a:p>
            <a:pPr>
              <a:lnSpc>
                <a:spcPct val="100000"/>
              </a:lnSpc>
              <a:buNone/>
            </a:pP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lg: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iamp</a:t>
            </a:r>
            <a:endParaRPr lang="en-US" sz="2000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pwd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000" spc="-1" dirty="0" err="1">
                <a:solidFill>
                  <a:srgbClr val="000000"/>
                </a:solidFill>
                <a:latin typeface="Times New Roman"/>
              </a:rPr>
              <a:t>inandmainp</a:t>
            </a:r>
            <a:endParaRPr lang="en-US" sz="2000" spc="-1" dirty="0">
              <a:solidFill>
                <a:srgbClr val="000000"/>
              </a:solidFill>
              <a:latin typeface="Times New Roman"/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Сделать на 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D:/Users/iamp 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папку своей группы </a:t>
            </a:r>
            <a:r>
              <a:rPr lang="ru-RU" sz="2000" b="1" spc="-1" dirty="0">
                <a:solidFill>
                  <a:srgbClr val="000000"/>
                </a:solidFill>
                <a:latin typeface="Times New Roman"/>
              </a:rPr>
              <a:t>22ВВП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х, которая будет использоваться для </a:t>
            </a:r>
            <a:r>
              <a:rPr lang="ru-RU" sz="2000" spc="-1" dirty="0" err="1">
                <a:solidFill>
                  <a:srgbClr val="000000"/>
                </a:solidFill>
                <a:latin typeface="Times New Roman"/>
              </a:rPr>
              <a:t>лаб.раб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. Эта папка доступна только пользователю 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iamp</a:t>
            </a:r>
            <a:r>
              <a:rPr lang="en-US" sz="2000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ru-RU" sz="2000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      Если виртуальные машины будут помещены в другое место, в том числе в профиль 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iamp</a:t>
            </a:r>
            <a:r>
              <a:rPr lang="ru-RU" sz="2000" b="1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то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они </a:t>
            </a:r>
            <a:r>
              <a:rPr lang="ru-RU" sz="2000" i="1" u="sng" spc="-1" dirty="0">
                <a:solidFill>
                  <a:srgbClr val="000000"/>
                </a:solidFill>
                <a:latin typeface="Times New Roman"/>
              </a:rPr>
              <a:t>будут удалены администратором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.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 startAt="2"/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Для допуска к </a:t>
            </a:r>
            <a:r>
              <a:rPr lang="ru-RU" sz="2000" spc="-1" dirty="0" err="1">
                <a:solidFill>
                  <a:srgbClr val="000000"/>
                </a:solidFill>
                <a:latin typeface="Times New Roman"/>
              </a:rPr>
              <a:t>диф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. зачету с оценкой «</a:t>
            </a:r>
            <a:r>
              <a:rPr lang="ru-RU" sz="2000" spc="-1" dirty="0" err="1">
                <a:solidFill>
                  <a:srgbClr val="000000"/>
                </a:solidFill>
                <a:latin typeface="Times New Roman"/>
              </a:rPr>
              <a:t>удовл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.» нужно выполнить следующие работы: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	«Одноранговая» -- все работы;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	«Доменная» -- с №1 по №5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3. Для оценки «хор.» или «</a:t>
            </a:r>
            <a:r>
              <a:rPr lang="ru-RU" sz="2000" spc="-1" dirty="0" err="1">
                <a:solidFill>
                  <a:srgbClr val="000000"/>
                </a:solidFill>
                <a:latin typeface="Times New Roman"/>
              </a:rPr>
              <a:t>отл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.» выполнить все работы.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4. </a:t>
            </a:r>
            <a:r>
              <a:rPr lang="ru-RU" sz="2000" b="1" i="1" u="sng" spc="-1" dirty="0">
                <a:solidFill>
                  <a:srgbClr val="000000"/>
                </a:solidFill>
                <a:latin typeface="Times New Roman"/>
              </a:rPr>
              <a:t>Отчет по работам состоит в умении выполнить несколько действий </a:t>
            </a: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по управлению станциями и сетью по заданию преподавателя. Выполнил – сдал, не выполнил хотя бы одно действие – до следующего занятия.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5. Делаете все работы «Одноранговая», затем сдаете. Сдача строго индивидуальна. Сдающий за «рулем», остальные члены бригады в стороне.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6. Делаете работы «Доменная» с №1 по №5, затем сдаете. Последующие работы сдаются друг за другом.</a:t>
            </a:r>
          </a:p>
          <a:p>
            <a:pPr>
              <a:lnSpc>
                <a:spcPct val="100000"/>
              </a:lnSpc>
            </a:pPr>
            <a:r>
              <a:rPr lang="ru-RU" sz="2000" spc="-1" dirty="0">
                <a:solidFill>
                  <a:srgbClr val="000000"/>
                </a:solidFill>
                <a:latin typeface="Times New Roman"/>
              </a:rPr>
              <a:t>7. Лучший вариант – сделать и сдать как можно быстрее в выбранном вами объеме. </a:t>
            </a:r>
            <a:r>
              <a:rPr lang="ru-RU" sz="2000" b="1" spc="-1" dirty="0">
                <a:solidFill>
                  <a:srgbClr val="000000"/>
                </a:solidFill>
                <a:latin typeface="Times New Roman"/>
              </a:rPr>
              <a:t>Семестр у вас – февраль, март.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endParaRPr lang="ru-RU" sz="2800" spc="-1" dirty="0">
              <a:solidFill>
                <a:srgbClr val="000000"/>
              </a:solidFill>
              <a:latin typeface="Times New Roman"/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endParaRPr lang="ru-RU" sz="2800" spc="-1" dirty="0">
              <a:solidFill>
                <a:srgbClr val="000000"/>
              </a:solidFill>
              <a:latin typeface="Times New Roman"/>
            </a:endParaRPr>
          </a:p>
          <a:p>
            <a:pPr marL="514350" indent="-514350">
              <a:lnSpc>
                <a:spcPct val="100000"/>
              </a:lnSpc>
              <a:buAutoNum type="arabicPeriod"/>
            </a:pPr>
            <a:endParaRPr lang="ru-RU" sz="2800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None/>
            </a:pPr>
            <a:endParaRPr lang="ru-RU" sz="2800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None/>
            </a:pPr>
            <a:endParaRPr lang="ru-RU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12318</TotalTime>
  <Words>228</Words>
  <Application>Microsoft Office PowerPoint</Application>
  <PresentationFormat>Экран (4:3)</PresentationFormat>
  <Paragraphs>19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Wingdings</vt:lpstr>
      <vt:lpstr>Office Theme</vt:lpstr>
      <vt:lpstr>Презентация PowerPoint</vt:lpstr>
    </vt:vector>
  </TitlesOfParts>
  <Company>SPIIRAS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subject/>
  <dc:creator>Gor</dc:creator>
  <dc:description/>
  <cp:lastModifiedBy>Вячеслав Копешкин</cp:lastModifiedBy>
  <cp:revision>744</cp:revision>
  <cp:lastPrinted>2002-06-14T06:50:34Z</cp:lastPrinted>
  <dcterms:created xsi:type="dcterms:W3CDTF">2000-07-05T10:59:49Z</dcterms:created>
  <dcterms:modified xsi:type="dcterms:W3CDTF">2026-01-30T08:39:07Z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95</vt:i4>
  </property>
  <property fmtid="{D5CDD505-2E9C-101B-9397-08002B2CF9AE}" pid="3" name="PresentationFormat">
    <vt:lpwstr>Экран (4:3)</vt:lpwstr>
  </property>
  <property fmtid="{D5CDD505-2E9C-101B-9397-08002B2CF9AE}" pid="4" name="Slides">
    <vt:i4>124</vt:i4>
  </property>
</Properties>
</file>