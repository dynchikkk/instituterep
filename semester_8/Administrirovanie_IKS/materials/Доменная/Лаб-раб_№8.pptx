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4"/>
  </p:notesMasterIdLst>
  <p:handoutMasterIdLst>
    <p:handoutMasterId r:id="rId5"/>
  </p:handoutMasterIdLst>
  <p:sldIdLst>
    <p:sldId id="440" r:id="rId2"/>
    <p:sldId id="441" r:id="rId3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102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работа №1</a:t>
            </a:r>
            <a:r>
              <a:rPr lang="en-US" sz="3600" b="1" dirty="0"/>
              <a:t>4</a:t>
            </a:r>
            <a:endParaRPr lang="ru-RU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algn="ctr">
              <a:buNone/>
            </a:pPr>
            <a:r>
              <a:rPr lang="ru-RU" sz="2000" b="1" dirty="0"/>
              <a:t>Установка и настройка </a:t>
            </a:r>
            <a:r>
              <a:rPr lang="en-US" sz="2000" b="1" dirty="0"/>
              <a:t>DHCP</a:t>
            </a:r>
            <a:r>
              <a:rPr lang="ru-RU" sz="2000" b="1" dirty="0"/>
              <a:t> сервера</a:t>
            </a:r>
            <a:endParaRPr lang="en-US" sz="2000" b="1" dirty="0"/>
          </a:p>
          <a:p>
            <a:pPr algn="ctr">
              <a:buNone/>
            </a:pPr>
            <a:r>
              <a:rPr lang="ru-RU" sz="2000" b="1" dirty="0"/>
              <a:t>(Литература №</a:t>
            </a:r>
            <a:r>
              <a:rPr lang="en-US" sz="2000" b="1" dirty="0"/>
              <a:t>3</a:t>
            </a:r>
            <a:r>
              <a:rPr lang="ru-RU" sz="2000" b="1" dirty="0"/>
              <a:t> стр.</a:t>
            </a:r>
            <a:r>
              <a:rPr lang="en-US" sz="2000" b="1" dirty="0"/>
              <a:t>275-284</a:t>
            </a:r>
            <a:r>
              <a:rPr lang="ru-RU" sz="2000" b="1" dirty="0"/>
              <a:t>)</a:t>
            </a:r>
          </a:p>
          <a:p>
            <a:pPr>
              <a:buNone/>
            </a:pPr>
            <a:endParaRPr lang="ru-RU" sz="1600" b="1" dirty="0"/>
          </a:p>
          <a:p>
            <a:pPr marL="0" indent="0">
              <a:buNone/>
            </a:pPr>
            <a:r>
              <a:rPr lang="ru-RU" sz="1600" b="1" u="sng" dirty="0"/>
              <a:t>Тема работы</a:t>
            </a:r>
            <a:r>
              <a:rPr lang="ru-RU" sz="1600" dirty="0"/>
              <a:t>: Установка и настройка </a:t>
            </a:r>
            <a:r>
              <a:rPr lang="en-US" sz="1600" dirty="0"/>
              <a:t>DHCP </a:t>
            </a:r>
            <a:r>
              <a:rPr lang="ru-RU" sz="1600" dirty="0"/>
              <a:t>сервера для динамического назначения адресов.</a:t>
            </a:r>
          </a:p>
          <a:p>
            <a:pPr marL="0" indent="0">
              <a:buNone/>
            </a:pPr>
            <a:r>
              <a:rPr lang="ru-RU" sz="1600" dirty="0"/>
              <a:t> Задание на работу:</a:t>
            </a:r>
            <a:endParaRPr lang="en-US" sz="16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1600" dirty="0"/>
              <a:t>Установить роль </a:t>
            </a:r>
            <a:r>
              <a:rPr lang="en-US" sz="1800" dirty="0"/>
              <a:t>DHCP </a:t>
            </a:r>
            <a:r>
              <a:rPr lang="ru-RU" sz="1800" dirty="0"/>
              <a:t>сервера.</a:t>
            </a:r>
            <a:endParaRPr lang="ru-RU" sz="1800" b="1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1800" dirty="0"/>
              <a:t>Авторизовать </a:t>
            </a:r>
            <a:r>
              <a:rPr lang="en-US" sz="1800" dirty="0"/>
              <a:t>DHCP </a:t>
            </a:r>
            <a:r>
              <a:rPr lang="ru-RU" sz="1800" dirty="0"/>
              <a:t>сервер.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1800" dirty="0"/>
              <a:t>Настроить области </a:t>
            </a:r>
            <a:r>
              <a:rPr lang="en-US" sz="1800" dirty="0"/>
              <a:t>DHCP </a:t>
            </a:r>
            <a:r>
              <a:rPr lang="ru-RU" sz="1800" dirty="0"/>
              <a:t>сервера (диапазон </a:t>
            </a:r>
            <a:r>
              <a:rPr lang="en-US" sz="1800" dirty="0"/>
              <a:t>IP </a:t>
            </a:r>
            <a:r>
              <a:rPr lang="ru-RU" sz="1800" dirty="0"/>
              <a:t>адресов, диапазон исключений, куда должны попасть </a:t>
            </a:r>
            <a:r>
              <a:rPr lang="en-US" sz="1800" dirty="0"/>
              <a:t>IP </a:t>
            </a:r>
            <a:r>
              <a:rPr lang="ru-RU" sz="1800" dirty="0"/>
              <a:t>адреса контроллеров домена).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1800" dirty="0"/>
              <a:t>Активировать области.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ru-RU" sz="1800" dirty="0"/>
              <a:t>Изменить адресацию на станциях домена </a:t>
            </a:r>
            <a:r>
              <a:rPr lang="en-US" sz="1800" b="1" dirty="0"/>
              <a:t>WinXp1</a:t>
            </a:r>
            <a:r>
              <a:rPr lang="en-US" sz="1800" dirty="0"/>
              <a:t> </a:t>
            </a:r>
            <a:r>
              <a:rPr lang="ru-RU" sz="1800" dirty="0"/>
              <a:t>и </a:t>
            </a:r>
            <a:r>
              <a:rPr lang="en-US" sz="1800" b="1" dirty="0"/>
              <a:t>alt-t</a:t>
            </a:r>
            <a:r>
              <a:rPr lang="ru-RU" sz="1800" dirty="0"/>
              <a:t> со статической на динамическую. Проверить полученные ими сетевые настройки и их работоспособность в сети.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853802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13434</TotalTime>
  <Words>92</Words>
  <Application>Microsoft Office PowerPoint</Application>
  <PresentationFormat>Экран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Wingdings</vt:lpstr>
      <vt:lpstr>Times New Roman</vt:lpstr>
      <vt:lpstr>1_Палитра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775</cp:revision>
  <cp:lastPrinted>2002-06-14T06:50:34Z</cp:lastPrinted>
  <dcterms:created xsi:type="dcterms:W3CDTF">2000-07-05T10:59:49Z</dcterms:created>
  <dcterms:modified xsi:type="dcterms:W3CDTF">2026-01-23T17:31:55Z</dcterms:modified>
</cp:coreProperties>
</file>